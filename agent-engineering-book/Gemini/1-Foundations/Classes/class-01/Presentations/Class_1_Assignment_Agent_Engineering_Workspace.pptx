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0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Assignment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</a:rPr>
              <a:t>Set up your Agent Engineering workspace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9385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</a:rPr>
              <a:t>Fork → Clone → Open in Antigravity → Create work folder → Commit → Push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97880" cy="50292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https://github.com/sensei-ji/agent_engineering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0" y="658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Required output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1234440"/>
            <a:ext cx="3337560" cy="18288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my-work/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class-01/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└── README.md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0" y="3456432"/>
            <a:ext cx="3337560" cy="73152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Important: folder name is lowercase my-work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8155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</a:rPr>
              <a:t>Pass condition: the README is visible in the student’s GitHub fork and tied to a valid commit.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assignment proves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554480" cy="320040"/>
          </a:xfrm>
          <a:prstGeom prst="rect">
            <a:avLst/>
          </a:prstGeom>
          <a:solidFill>
            <a:srgbClr val="E8F0FE"/>
          </a:solidFill>
          <a:ln>
            <a:solidFill>
              <a:srgbClr val="E8F0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E8"/>
                </a:solidFill>
              </a:rPr>
              <a:t>GitHub fork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417320"/>
            <a:ext cx="1554480" cy="320040"/>
          </a:xfrm>
          <a:prstGeom prst="rect">
            <a:avLst/>
          </a:prstGeom>
          <a:solidFill>
            <a:srgbClr val="E6F4EA"/>
          </a:solidFill>
          <a:ln>
            <a:solidFill>
              <a:srgbClr val="E6F4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A853"/>
                </a:solidFill>
              </a:rPr>
              <a:t>Local clone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417320"/>
            <a:ext cx="1828800" cy="320040"/>
          </a:xfrm>
          <a:prstGeom prst="rect">
            <a:avLst/>
          </a:prstGeom>
          <a:solidFill>
            <a:srgbClr val="FEF7E0"/>
          </a:solidFill>
          <a:ln>
            <a:solidFill>
              <a:srgbClr val="FEF7E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A000"/>
                </a:solidFill>
              </a:rPr>
              <a:t>Antigravity 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1828800" cy="320040"/>
          </a:xfrm>
          <a:prstGeom prst="rect">
            <a:avLst/>
          </a:prstGeom>
          <a:solidFill>
            <a:srgbClr val="FCE8E6"/>
          </a:solidFill>
          <a:ln>
            <a:solidFill>
              <a:srgbClr val="FCE8E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4335"/>
                </a:solidFill>
              </a:rPr>
              <a:t>Workspace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9640" y="1417320"/>
            <a:ext cx="1828800" cy="320040"/>
          </a:xfrm>
          <a:prstGeom prst="rect">
            <a:avLst/>
          </a:prstGeom>
          <a:solidFill>
            <a:srgbClr val="E8F0FE"/>
          </a:solidFill>
          <a:ln>
            <a:solidFill>
              <a:srgbClr val="E8F0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E8"/>
                </a:solidFill>
              </a:rPr>
              <a:t>Commit + push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9509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2124"/>
                </a:solidFill>
              </a:rPr>
              <a:t>The first assignment is intentionally simple, but it is a hard gate: every learner must prove that their development workflow is ready before building agents.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8869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368"/>
                </a:solidFill>
              </a:rPr>
              <a:t>By the end, each student has a personal GitHub fork, a local project opened in Antigravity, and a committed README under the correct course workspace path.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46120" y="4892040"/>
            <a:ext cx="5715000" cy="64008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No local-only submissions. The instructor checks GitHub.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993392" cy="1234440"/>
          </a:xfrm>
          <a:prstGeom prst="rect">
            <a:avLst/>
          </a:prstGeom>
          <a:solidFill>
            <a:srgbClr val="E8F0FE">
              <a:alpha val="85000"/>
            </a:srgbClr>
          </a:solidFill>
          <a:ln>
            <a:solidFill>
              <a:srgbClr val="E8F0F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73E8"/>
                </a:solidFill>
              </a:rPr>
              <a:t>1  </a:t>
            </a:r>
            <a:r>
              <a:rPr lang="en-US" sz="1250" b="1" dirty="0">
                <a:solidFill>
                  <a:srgbClr val="202124"/>
                </a:solidFill>
              </a:rPr>
              <a:t>Fork
</a:t>
            </a:r>
            <a:r>
              <a:rPr lang="en-US" sz="1250" dirty="0">
                <a:solidFill>
                  <a:srgbClr val="5F6368"/>
                </a:solidFill>
              </a:rPr>
              <a:t>Create your own copy on GitHub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78608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16352" y="1481328"/>
            <a:ext cx="1993392" cy="1234440"/>
          </a:xfrm>
          <a:prstGeom prst="rect">
            <a:avLst/>
          </a:prstGeom>
          <a:solidFill>
            <a:srgbClr val="E6F4EA">
              <a:alpha val="85000"/>
            </a:srgbClr>
          </a:solidFill>
          <a:ln>
            <a:solidFill>
              <a:srgbClr val="E6F4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4A853"/>
                </a:solidFill>
              </a:rPr>
              <a:t>2  </a:t>
            </a:r>
            <a:r>
              <a:rPr lang="en-US" sz="1250" b="1" dirty="0">
                <a:solidFill>
                  <a:srgbClr val="202124"/>
                </a:solidFill>
              </a:rPr>
              <a:t>Clone
</a:t>
            </a:r>
            <a:r>
              <a:rPr lang="en-US" sz="1250" dirty="0">
                <a:solidFill>
                  <a:srgbClr val="5F6368"/>
                </a:solidFill>
              </a:rPr>
              <a:t>Download your fork locally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84064" y="1481328"/>
            <a:ext cx="1993392" cy="1234440"/>
          </a:xfrm>
          <a:prstGeom prst="rect">
            <a:avLst/>
          </a:prstGeom>
          <a:solidFill>
            <a:srgbClr val="FEF7E0">
              <a:alpha val="85000"/>
            </a:srgbClr>
          </a:solidFill>
          <a:ln>
            <a:solidFill>
              <a:srgbClr val="FEF7E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9AA000"/>
                </a:solidFill>
              </a:rPr>
              <a:t>3  </a:t>
            </a:r>
            <a:r>
              <a:rPr lang="en-US" sz="1250" b="1" dirty="0">
                <a:solidFill>
                  <a:srgbClr val="202124"/>
                </a:solidFill>
              </a:rPr>
              <a:t>Open
</a:t>
            </a:r>
            <a:r>
              <a:rPr lang="en-US" sz="1250" dirty="0">
                <a:solidFill>
                  <a:srgbClr val="5F6368"/>
                </a:solidFill>
              </a:rPr>
              <a:t>Use Antigravity 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14032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51776" y="1481328"/>
            <a:ext cx="1993392" cy="1234440"/>
          </a:xfrm>
          <a:prstGeom prst="rect">
            <a:avLst/>
          </a:prstGeom>
          <a:solidFill>
            <a:srgbClr val="FCE8E6">
              <a:alpha val="85000"/>
            </a:srgbClr>
          </a:solidFill>
          <a:ln>
            <a:solidFill>
              <a:srgbClr val="FCE8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A4335"/>
                </a:solidFill>
              </a:rPr>
              <a:t>4  </a:t>
            </a:r>
            <a:r>
              <a:rPr lang="en-US" sz="1250" b="1" dirty="0">
                <a:solidFill>
                  <a:srgbClr val="202124"/>
                </a:solidFill>
              </a:rPr>
              <a:t>Create
</a:t>
            </a:r>
            <a:r>
              <a:rPr lang="en-US" sz="1250" dirty="0">
                <a:solidFill>
                  <a:srgbClr val="5F6368"/>
                </a:solidFill>
              </a:rPr>
              <a:t>Add my-work/class-01/README.md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81744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19488" y="1481328"/>
            <a:ext cx="1993392" cy="1234440"/>
          </a:xfrm>
          <a:prstGeom prst="rect">
            <a:avLst/>
          </a:prstGeom>
          <a:solidFill>
            <a:srgbClr val="E8F0FE">
              <a:alpha val="85000"/>
            </a:srgbClr>
          </a:solidFill>
          <a:ln>
            <a:solidFill>
              <a:srgbClr val="E8F0F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73E8"/>
                </a:solidFill>
              </a:rPr>
              <a:t>5  </a:t>
            </a:r>
            <a:r>
              <a:rPr lang="en-US" sz="1250" b="1" dirty="0">
                <a:solidFill>
                  <a:srgbClr val="202124"/>
                </a:solidFill>
              </a:rPr>
              <a:t>Publish
</a:t>
            </a:r>
            <a:r>
              <a:rPr lang="en-US" sz="1250" dirty="0">
                <a:solidFill>
                  <a:srgbClr val="5F6368"/>
                </a:solidFill>
              </a:rPr>
              <a:t>Commit and push back to GitHub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4434840" cy="10058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visible file: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my-work/class-01/README.md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7220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This path is case-sensitive in the assignment. Use lowercase my-work.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F6368"/>
                </a:solidFill>
              </a:rPr>
              <a:t>The folder name is not My-Work, my_work, or mywork.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Fork the course repository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93776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repository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https://github.com/sensei-ji/agent_engineering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Students must fork the instructor repository into their own GitHub account.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</a:rPr>
              <a:t>The fork URL should look like this: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944368"/>
            <a:ext cx="4663440" cy="5943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Do not edit the instructor repository directly.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544568"/>
            <a:ext cx="47548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18304"/>
            <a:ext cx="5212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first, then work only inside the student fork.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102352"/>
            <a:ext cx="52120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276088"/>
            <a:ext cx="4846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name remains agent_engineering.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5660136"/>
            <a:ext cx="48463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736592"/>
            <a:ext cx="4480560" cy="82296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Instructor check: submitted repo is a fork of sensei-ji/agent_engineering.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Clone the fork locally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943600" cy="14630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clone https://github.com/&lt;student-username&gt;/agent_engineering.git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agent_engineering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status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09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What this proves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6092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 is installed and working.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487168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660904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student can reach GitHub.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3044952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local directory is a real Git repo.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60920" y="3602736"/>
            <a:ext cx="39319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5394960" cy="658368"/>
          </a:xfrm>
          <a:prstGeom prst="rect">
            <a:avLst/>
          </a:prstGeom>
          <a:solidFill>
            <a:srgbClr val="FEF7E0"/>
          </a:solidFill>
          <a:ln>
            <a:solidFill>
              <a:srgbClr val="FEF7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Clone the student fork, not the instructor repo.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</a:rPr>
              <a:t>Expected local folder: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5029200"/>
            <a:ext cx="3017520" cy="4572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Open in Antigravity IDE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Open the cloned repository root in Antigravity.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206240" cy="12344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folder: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005072"/>
            <a:ext cx="5303520" cy="77724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Do not open only README.md or only my-work. Open the repository root.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343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</a:rPr>
              <a:t>In the file explorer, students should see the full project tree and be able to create folders at the root level.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root is visible.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4178808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4352544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Terminal starts inside the repo.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4736592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91032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 commands work from the IDE.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5294376"/>
            <a:ext cx="38404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Create the required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023360" cy="201168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my-work/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class-01/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└── README.md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235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</a:rPr>
              <a:t>Exact naming matters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23560" y="2148840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my-work is lowercase.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2532888"/>
            <a:ext cx="38404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706624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class-01 is lowercase with a leading zero.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3560" y="3090672"/>
            <a:ext cx="45720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3264408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README.md uses uppercase README.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23560" y="3648456"/>
            <a:ext cx="41148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822192"/>
            <a:ext cx="4800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file is inside class-01, not the repository root.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4206240"/>
            <a:ext cx="4800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5010912"/>
            <a:ext cx="8001000" cy="65836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Correct path: my-work/class-01/README.md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Complete the README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5486400" cy="47091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Class 1 Assignment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Student Information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Name: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GitHub username: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Date completed: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Workspace Setup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Forked the repo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Cloned my fork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Opened it in Antigravity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Created my-work/class-01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Committed and pushed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What I Learned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Write a short reflection.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Challenges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Describe what you fixed or learned.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9037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</a:rPr>
              <a:t>Minimum content required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03720" y="2139696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Student name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03720" y="2523744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GitHub username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3081528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255264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Workspace checklist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3720" y="3639312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813048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Short reflection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3720" y="4197096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437083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Challenges section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03720" y="4754880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5257800"/>
            <a:ext cx="3520440" cy="658368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The README must not be empty.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 — Commit and push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6126480" cy="18288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status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add my-work/class-01/README.md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commit -m "Complete Class 1 assignment"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push origin main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</a:rPr>
              <a:t>Before pushing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file path.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2505456"/>
            <a:ext cx="30175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679192"/>
            <a:ext cx="3383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README content.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3063240"/>
            <a:ext cx="33832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3236976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commit message.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621024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15968"/>
            <a:ext cx="4892040" cy="1170432"/>
          </a:xfrm>
          <a:prstGeom prst="rect">
            <a:avLst/>
          </a:prstGeom>
          <a:solidFill>
            <a:srgbClr val="FEF7E0"/>
          </a:solidFill>
          <a:ln>
            <a:solidFill>
              <a:srgbClr val="FEF7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If the branch is not main, run: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git branch --show-current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git push origin &lt;branch-name&gt;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4370832"/>
            <a:ext cx="448056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Instructor check: the GitHub fork shows a commit containing my-work/class-01/README.md.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submit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Submit three GitHub links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6583680" cy="33375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Forked repository URL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Class 1 README URL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https://github.com/&lt;student-username&gt;/agent_engineering/blob/main/my-work/class-01/README.md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Commit URL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https://github.com/&lt;student-username&gt;/agent_engineering/commit/&lt;commit-id&gt;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2148840"/>
            <a:ext cx="2926080" cy="877824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No screenshot-only submissions. The links must be accessible.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link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0" y="4133088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306824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file link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4690872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864608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Commit link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5248656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validation checklist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is from sensei-ji/agent_engineering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7627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belongs to the student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was cloned locally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was opened in Antigravity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7083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my-work directory exists at repo root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class-01 exists under my-work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7627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README.md exists under class-01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includes name and GitHub username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includes reflection and challenges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402336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37083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✓  Commit was pushed to the student fork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75488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5532120"/>
            <a:ext cx="8183880" cy="65836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Pass condition: my-work/class-01/README.md is visible on GitHub and tied to a valid commit.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Completion Gate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14400" y="16276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368"/>
                </a:solidFill>
              </a:rPr>
              <a:t>The learner is ready to build when this file exists in their GitHub fork: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5669280" cy="621792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my-work/class-01/README.md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730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This confirms the minimum working loop: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793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</a:rPr>
              <a:t>GitHub → Local clone → Antigravity → File creation → Git commit → GitHub push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3383280" cy="749808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Build agents only after the workflow is proven.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F636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1061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Agent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Assignment — Agent Engineering Workspace Setup</dc:title>
  <dc:subject>Class 1 Assignment — Agent Engineering Workspace Setup</dc:subject>
  <dc:creator>SenseiG</dc:creator>
  <cp:lastModifiedBy>Lalit Sabnani</cp:lastModifiedBy>
  <cp:revision>2</cp:revision>
  <dcterms:created xsi:type="dcterms:W3CDTF">2026-08-04T00:47:18Z</dcterms:created>
  <dcterms:modified xsi:type="dcterms:W3CDTF">2026-08-04T04:36:19Z</dcterms:modified>
</cp:coreProperties>
</file>